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DemoBlaze Release Enhancements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Future improvements and recommendations based on QA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DemoBlaze</a:t>
            </a:r>
            <a:r>
              <a:rPr dirty="0"/>
              <a:t> e-commerce platform assessment</a:t>
            </a:r>
          </a:p>
          <a:p>
            <a:r>
              <a:rPr dirty="0"/>
              <a:t> Functional, usability, and regression testing completed</a:t>
            </a:r>
          </a:p>
          <a:p>
            <a:r>
              <a:rPr dirty="0"/>
              <a:t> Several opportunities identified for product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/>
              <a:t>4</a:t>
            </a:r>
            <a:r>
              <a:rPr dirty="0"/>
              <a:t> functional test cases designed</a:t>
            </a:r>
          </a:p>
          <a:p>
            <a:r>
              <a:rPr dirty="0"/>
              <a:t> Multiple defects identified</a:t>
            </a:r>
          </a:p>
          <a:p>
            <a:r>
              <a:rPr dirty="0"/>
              <a:t> Usability review performed</a:t>
            </a:r>
          </a:p>
          <a:p>
            <a:r>
              <a:rPr dirty="0"/>
              <a:t> Regression strategy defined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Checkout validation weaknesses</a:t>
            </a:r>
          </a:p>
          <a:p>
            <a:r>
              <a:rPr dirty="0"/>
              <a:t> Session management issues</a:t>
            </a:r>
          </a:p>
          <a:p>
            <a:r>
              <a:rPr lang="en-US" dirty="0"/>
              <a:t> </a:t>
            </a:r>
            <a:r>
              <a:rPr dirty="0"/>
              <a:t>Missing product search functionality</a:t>
            </a:r>
          </a:p>
          <a:p>
            <a:r>
              <a:rPr lang="en-US" dirty="0"/>
              <a:t> </a:t>
            </a:r>
            <a:r>
              <a:rPr dirty="0"/>
              <a:t>Accessibility limitations</a:t>
            </a:r>
          </a:p>
          <a:p>
            <a:r>
              <a:rPr dirty="0"/>
              <a:t> Mobile responsiveness concerns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#1: Product Search &amp;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Benefits:</a:t>
            </a:r>
          </a:p>
          <a:p>
            <a:r>
              <a:rPr dirty="0"/>
              <a:t> Faster product discovery</a:t>
            </a:r>
          </a:p>
          <a:p>
            <a:r>
              <a:rPr dirty="0"/>
              <a:t> Improved user experience</a:t>
            </a:r>
          </a:p>
          <a:p>
            <a:r>
              <a:rPr dirty="0"/>
              <a:t> Increased conversion rates</a:t>
            </a:r>
          </a:p>
          <a:p>
            <a:r>
              <a:rPr dirty="0"/>
              <a:t> Better scalability for large catalogs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#2: Improved Checkout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Benefits:</a:t>
            </a:r>
          </a:p>
          <a:p>
            <a:r>
              <a:rPr dirty="0"/>
              <a:t> Reduced invalid orders</a:t>
            </a:r>
          </a:p>
          <a:p>
            <a:r>
              <a:rPr dirty="0"/>
              <a:t> Better data quality</a:t>
            </a:r>
          </a:p>
          <a:p>
            <a:r>
              <a:rPr dirty="0"/>
              <a:t> Improved customer confidence</a:t>
            </a:r>
          </a:p>
          <a:p>
            <a:r>
              <a:rPr dirty="0"/>
              <a:t> Fewer support requests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#3: Accessibility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Recommendations:</a:t>
            </a:r>
          </a:p>
          <a:p>
            <a:r>
              <a:rPr lang="en-US" dirty="0"/>
              <a:t> </a:t>
            </a:r>
            <a:r>
              <a:rPr dirty="0"/>
              <a:t>Keyboard navigation support</a:t>
            </a:r>
          </a:p>
          <a:p>
            <a:r>
              <a:rPr lang="en-US" dirty="0"/>
              <a:t> </a:t>
            </a:r>
            <a:r>
              <a:rPr dirty="0"/>
              <a:t>Focus indicators</a:t>
            </a:r>
          </a:p>
          <a:p>
            <a:r>
              <a:rPr dirty="0"/>
              <a:t> Improved screen reader compatibility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 #4: Mobile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Recommendations:</a:t>
            </a:r>
          </a:p>
          <a:p>
            <a:r>
              <a:rPr dirty="0"/>
              <a:t> Responsive layout optimization</a:t>
            </a:r>
          </a:p>
          <a:p>
            <a:r>
              <a:rPr dirty="0"/>
              <a:t> Mobile-friendly checkout</a:t>
            </a:r>
          </a:p>
          <a:p>
            <a:r>
              <a:rPr dirty="0"/>
              <a:t> Improved touch interactions</a:t>
            </a:r>
          </a:p>
          <a:p>
            <a:r>
              <a:rPr dirty="0"/>
              <a:t> Device compatibility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&amp; Quality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Automate login and checkout regression tests</a:t>
            </a:r>
          </a:p>
          <a:p>
            <a:r>
              <a:rPr dirty="0"/>
              <a:t> Integrate Selenium with CI/CD</a:t>
            </a:r>
          </a:p>
          <a:p>
            <a:r>
              <a:rPr dirty="0"/>
              <a:t> Increase test coverage</a:t>
            </a:r>
          </a:p>
          <a:p>
            <a:r>
              <a:rPr dirty="0"/>
              <a:t> Reduce manual regression effort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Current Status: Conditionally Ready</a:t>
            </a:r>
          </a:p>
          <a:p>
            <a:pPr marL="0" indent="0">
              <a:buNone/>
            </a:pPr>
            <a:r>
              <a:rPr dirty="0"/>
              <a:t>Required Actions:</a:t>
            </a:r>
          </a:p>
          <a:p>
            <a:r>
              <a:rPr dirty="0"/>
              <a:t> Resolve high-severity defects</a:t>
            </a:r>
          </a:p>
          <a:p>
            <a:r>
              <a:rPr dirty="0"/>
              <a:t> Execute regression testing</a:t>
            </a:r>
          </a:p>
          <a:p>
            <a:r>
              <a:rPr dirty="0"/>
              <a:t> Implement usability improvements</a:t>
            </a:r>
          </a:p>
          <a:p>
            <a:r>
              <a:rPr dirty="0"/>
              <a:t> Continue automation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DemoBlaze Release Enhancements Proposal</vt:lpstr>
      <vt:lpstr>Project Overview</vt:lpstr>
      <vt:lpstr>Testing Summary</vt:lpstr>
      <vt:lpstr>Key Findings</vt:lpstr>
      <vt:lpstr>Enhancement #1: Product Search &amp; Filters</vt:lpstr>
      <vt:lpstr>Enhancement #2: Improved Checkout Validation</vt:lpstr>
      <vt:lpstr>Enhancement #3: Accessibility Improvements</vt:lpstr>
      <vt:lpstr>Enhancement #4: Mobile Experience</vt:lpstr>
      <vt:lpstr>Automation &amp; Quality Strategy</vt:lpstr>
      <vt:lpstr>Release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Bahaa Madeeh</cp:lastModifiedBy>
  <cp:revision>2</cp:revision>
  <dcterms:created xsi:type="dcterms:W3CDTF">2013-01-27T09:14:16Z</dcterms:created>
  <dcterms:modified xsi:type="dcterms:W3CDTF">2026-06-07T15:47:45Z</dcterms:modified>
  <cp:category/>
</cp:coreProperties>
</file>